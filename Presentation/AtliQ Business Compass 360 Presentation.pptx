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AtliQ Business Insights 360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331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DDAEE"/>
                </a:solidFill>
                <a:latin typeface="Aptos"/>
              </a:defRPr>
            </a:pPr>
            <a:r>
              <a:t>Turning Business Data into Actionable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2461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An End-to-End Power BI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1663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C2D8"/>
                </a:solidFill>
                <a:latin typeface="Aptos"/>
              </a:defRPr>
            </a:pPr>
            <a:r>
              <a:t>Shantanu Dhara  |  Codebasics Data Analytics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Who is AtliQ Hardware?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7548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C7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2363EB"/>
                </a:solidFill>
                <a:latin typeface="Aptos"/>
              </a:defRPr>
            </a:pPr>
            <a:r>
              <a:t>Meet AtliQ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32830"/>
                </a:solidFill>
                <a:latin typeface="Aptos"/>
              </a:defRPr>
            </a:pPr>
            <a:r>
              <a:rPr dirty="0"/>
              <a:t>A growing consumer electronics &amp; hardware company selling products such as PCs, m</a:t>
            </a:r>
            <a:r>
              <a:rPr lang="en-GB" dirty="0" err="1"/>
              <a:t>ous</a:t>
            </a:r>
            <a:r>
              <a:rPr dirty="0"/>
              <a:t>e, keyboards, printers and other computer peripherals.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Customers include Croma, Best Buy, Amazon, Flipkart and other channels.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The business model is similar to companies such as Dell or HP.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325880"/>
            <a:ext cx="48920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03720" y="16459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2337"/>
                </a:solidFill>
                <a:latin typeface="Aptos"/>
              </a:defRPr>
            </a:pPr>
            <a:r>
              <a:t>Simple business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331720"/>
            <a:ext cx="3063240" cy="640080"/>
          </a:xfrm>
          <a:prstGeom prst="round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43800" y="2459736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ATLIQ HARDWARE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3337560"/>
            <a:ext cx="3063240" cy="640080"/>
          </a:xfrm>
          <a:prstGeom prst="roundRect">
            <a:avLst/>
          </a:prstGeom>
          <a:solidFill>
            <a:srgbClr val="16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43800" y="3465576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CUSTOMER / CHANNEL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4343400"/>
            <a:ext cx="3063240" cy="640080"/>
          </a:xfrm>
          <a:prstGeom prst="round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43800" y="4471416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CONSUMER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641080" y="2971800"/>
            <a:ext cx="685800" cy="411480"/>
          </a:xfrm>
          <a:prstGeom prst="down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8641080" y="3977639"/>
            <a:ext cx="685800" cy="411480"/>
          </a:xfrm>
          <a:prstGeom prst="down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64465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C78"/>
                </a:solidFill>
                <a:latin typeface="Aptos"/>
              </a:defRPr>
            </a:pPr>
            <a:r>
              <a:t>AtliQ Business Insights 360  |  Power BI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How Does AtliQ Sell?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7548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C7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46C78"/>
                </a:solidFill>
                <a:latin typeface="Aptos"/>
              </a:defRPr>
            </a:pPr>
            <a:r>
              <a:t>AtliQ reaches the market through three major channels.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011680"/>
            <a:ext cx="2926080" cy="822960"/>
          </a:xfrm>
          <a:prstGeom prst="round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09160" y="22219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ATLIQ HARDWARE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03320"/>
            <a:ext cx="2926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3703320"/>
            <a:ext cx="2926080" cy="109728"/>
          </a:xfrm>
          <a:prstGeom prst="rect">
            <a:avLst/>
          </a:prstGeom>
          <a:solidFill>
            <a:srgbClr val="16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9776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8C64"/>
                </a:solidFill>
                <a:latin typeface="Aptos"/>
              </a:defRPr>
            </a:pPr>
            <a:r>
              <a:t>RETAILER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4074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6C78"/>
                </a:solidFill>
                <a:latin typeface="Aptos"/>
              </a:defRPr>
            </a:pPr>
            <a:r>
              <a:t>Croma • Best Buy</a:t>
            </a:r>
            <a:br/>
            <a:r>
              <a:t>Amazon • Others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3703320"/>
            <a:ext cx="2926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17720" y="3703320"/>
            <a:ext cx="2926080" cy="109728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39776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B7D23"/>
                </a:solidFill>
                <a:latin typeface="Aptos"/>
              </a:defRPr>
            </a:pPr>
            <a:r>
              <a:t>DIRECT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4074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6C78"/>
                </a:solidFill>
                <a:latin typeface="Aptos"/>
              </a:defRPr>
            </a:pPr>
            <a:r>
              <a:t>AtliQ E-Store</a:t>
            </a:r>
            <a:br/>
            <a:r>
              <a:t>AtliQ Exclusive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3703320"/>
            <a:ext cx="2926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58200" y="3703320"/>
            <a:ext cx="2926080" cy="10972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41080" y="39776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2337"/>
                </a:solidFill>
                <a:latin typeface="Aptos"/>
              </a:defRPr>
            </a:pPr>
            <a:r>
              <a:t>DISTRIBUTOR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40740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6C78"/>
                </a:solidFill>
                <a:latin typeface="Aptos"/>
              </a:defRPr>
            </a:pPr>
            <a:r>
              <a:t>Local partners</a:t>
            </a:r>
            <a:br/>
            <a:r>
              <a:t>in selected markets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965960" y="2880360"/>
            <a:ext cx="502920" cy="594360"/>
          </a:xfrm>
          <a:prstGeom prst="down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own Arrow 21"/>
          <p:cNvSpPr/>
          <p:nvPr/>
        </p:nvSpPr>
        <p:spPr>
          <a:xfrm>
            <a:off x="5806440" y="2880360"/>
            <a:ext cx="502920" cy="594360"/>
          </a:xfrm>
          <a:prstGeom prst="down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Down Arrow 22"/>
          <p:cNvSpPr/>
          <p:nvPr/>
        </p:nvSpPr>
        <p:spPr>
          <a:xfrm>
            <a:off x="9646920" y="2880360"/>
            <a:ext cx="502920" cy="594360"/>
          </a:xfrm>
          <a:prstGeom prst="down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64465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C78"/>
                </a:solidFill>
                <a:latin typeface="Aptos"/>
              </a:defRPr>
            </a:pPr>
            <a:r>
              <a:t>AtliQ Business Insights 360  |  Power BI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When Growth Meets a Hard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7548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C7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2337"/>
                </a:solidFill>
                <a:latin typeface="Aptos"/>
              </a:defRPr>
            </a:pPr>
            <a:r>
              <a:t>The LATAM expansion highlighted a critical business challenge.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33375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73152" cy="246888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337"/>
                </a:solidFill>
                <a:latin typeface="Aptos"/>
              </a:defRPr>
            </a:pPr>
            <a:r>
              <a:t>01  Expansion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70632"/>
            <a:ext cx="2880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C78"/>
                </a:solidFill>
                <a:latin typeface="Aptos"/>
              </a:defRPr>
            </a:pPr>
            <a:r>
              <a:t>AtliQ expanded into Latin America (LATAM) to strengthen its market presence.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057400"/>
            <a:ext cx="33375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2057400"/>
            <a:ext cx="73152" cy="2468880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2860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337"/>
                </a:solidFill>
                <a:latin typeface="Aptos"/>
              </a:defRPr>
            </a:pPr>
            <a:r>
              <a:t>02 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770632"/>
            <a:ext cx="2880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C78"/>
                </a:solidFill>
                <a:latin typeface="Aptos"/>
              </a:defRPr>
            </a:pPr>
            <a:r>
              <a:t>The expansion resulted in significant losses and exposed weaknesses in decision-making.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057400"/>
            <a:ext cx="33375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2057400"/>
            <a:ext cx="73152" cy="2468880"/>
          </a:xfrm>
          <a:prstGeom prst="rect">
            <a:avLst/>
          </a:prstGeom>
          <a:solidFill>
            <a:srgbClr val="16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2860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337"/>
                </a:solidFill>
                <a:latin typeface="Aptos"/>
              </a:defRPr>
            </a:pPr>
            <a:r>
              <a:t>03  Lesson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770632"/>
            <a:ext cx="2880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C78"/>
                </a:solidFill>
                <a:latin typeface="Aptos"/>
              </a:defRPr>
            </a:pPr>
            <a:r>
              <a:t>Business decisions needed stronger data-backed evidence instead of relying mainly on surveys and intuition.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1663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363EB"/>
                </a:solidFill>
                <a:latin typeface="Aptos"/>
              </a:defRPr>
            </a:pPr>
            <a:r>
              <a:t>Key question: How can AtliQ make better, data-driven business decisions as it grows?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465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C78"/>
                </a:solidFill>
                <a:latin typeface="Aptos"/>
              </a:defRPr>
            </a:pPr>
            <a:r>
              <a:t>AtliQ Business Insights 360  |  Power BI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7"/>
                </a:solidFill>
                <a:latin typeface="Aptos Display"/>
              </a:defRPr>
            </a:pPr>
            <a:r>
              <a:t>From Excel-Based Analysis to Data-Driven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7548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6C7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2337"/>
                </a:solidFill>
                <a:latin typeface="Aptos"/>
              </a:defRPr>
            </a:pPr>
            <a:r>
              <a:t>Why Analytics Became Important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23317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646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84831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46C78"/>
                </a:solidFill>
                <a:latin typeface="Aptos"/>
              </a:defRPr>
            </a:pPr>
            <a:r>
              <a:t>Excel Files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0400" y="2057400"/>
            <a:ext cx="640080" cy="411480"/>
          </a:xfrm>
          <a:prstGeom prst="right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11880" y="1874519"/>
            <a:ext cx="23317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B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2084831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B7D23"/>
                </a:solidFill>
                <a:latin typeface="Aptos"/>
              </a:defRPr>
            </a:pPr>
            <a:r>
              <a:t>Manual Analysis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80760" y="2057400"/>
            <a:ext cx="640080" cy="411480"/>
          </a:xfrm>
          <a:prstGeom prst="right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23317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646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79" y="2084831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46C78"/>
                </a:solidFill>
                <a:latin typeface="Aptos"/>
              </a:defRPr>
            </a:pPr>
            <a:r>
              <a:t>Limited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63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363EB"/>
                </a:solidFill>
                <a:latin typeface="Aptos"/>
              </a:defRPr>
            </a:pPr>
            <a:r>
              <a:t>AtliQ needed: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6616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Centralized business insights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Better visibility across functions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Data-backed decision making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  <a:latin typeface="Aptos"/>
              </a:defRPr>
            </a:pPr>
            <a:r>
              <a:t>• Faster analysis and greater transparency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063240"/>
            <a:ext cx="4846320" cy="2148840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0" y="34015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C2D8"/>
                </a:solidFill>
                <a:latin typeface="Aptos"/>
              </a:defRPr>
            </a:pPr>
            <a:r>
              <a:t>BUSINESS 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977639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Build a single analytical view of the business to help management make informed decisions.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465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C78"/>
                </a:solidFill>
                <a:latin typeface="Aptos"/>
              </a:defRPr>
            </a:pPr>
            <a:r>
              <a:t>AtliQ Business Insights 360  |  Power BI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My Business Insights 360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087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DDAEE"/>
                </a:solidFill>
                <a:latin typeface="Aptos"/>
              </a:defRPr>
            </a:pPr>
            <a:r>
              <a:t>As part of the Codebasics Data Analytics Bootcamp, I worked through an end-to-end Power BI project based on AtliQ Hardware.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880360"/>
            <a:ext cx="1600200" cy="777240"/>
          </a:xfrm>
          <a:prstGeom prst="round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3099816"/>
            <a:ext cx="1453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Raw Data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21992" y="3072384"/>
            <a:ext cx="347472" cy="347472"/>
          </a:xfrm>
          <a:prstGeom prst="rightArrow">
            <a:avLst/>
          </a:prstGeom>
          <a:solidFill>
            <a:srgbClr val="82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96312" y="2880360"/>
            <a:ext cx="1600200" cy="777240"/>
          </a:xfrm>
          <a:prstGeom prst="roundRect">
            <a:avLst/>
          </a:prstGeom>
          <a:solidFill>
            <a:srgbClr val="16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9464" y="3099816"/>
            <a:ext cx="1453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Data Modeling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23944" y="3072384"/>
            <a:ext cx="347472" cy="347472"/>
          </a:xfrm>
          <a:prstGeom prst="rightArrow">
            <a:avLst/>
          </a:prstGeom>
          <a:solidFill>
            <a:srgbClr val="82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98264" y="2880360"/>
            <a:ext cx="1600200" cy="777240"/>
          </a:xfrm>
          <a:prstGeom prst="round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71416" y="3099816"/>
            <a:ext cx="1453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DAX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25896" y="3072384"/>
            <a:ext cx="347472" cy="347472"/>
          </a:xfrm>
          <a:prstGeom prst="rightArrow">
            <a:avLst/>
          </a:prstGeom>
          <a:solidFill>
            <a:srgbClr val="82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0216" y="2880360"/>
            <a:ext cx="1600200" cy="777240"/>
          </a:xfrm>
          <a:prstGeom prst="round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3099816"/>
            <a:ext cx="1453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27848" y="3072384"/>
            <a:ext cx="347472" cy="347472"/>
          </a:xfrm>
          <a:prstGeom prst="rightArrow">
            <a:avLst/>
          </a:prstGeom>
          <a:solidFill>
            <a:srgbClr val="82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02168" y="2880360"/>
            <a:ext cx="1600200" cy="777240"/>
          </a:xfrm>
          <a:prstGeom prst="roundRect">
            <a:avLst/>
          </a:prstGeom>
          <a:solidFill>
            <a:srgbClr val="168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3099816"/>
            <a:ext cx="1453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829800" y="3072384"/>
            <a:ext cx="347472" cy="347472"/>
          </a:xfrm>
          <a:prstGeom prst="rightArrow">
            <a:avLst/>
          </a:prstGeom>
          <a:solidFill>
            <a:srgbClr val="82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104120" y="2880360"/>
            <a:ext cx="1600200" cy="777240"/>
          </a:xfrm>
          <a:prstGeom prst="round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77272" y="3099816"/>
            <a:ext cx="1453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519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Finance  •  Sales  •  Marketing  •  Supply Chain  •  Executive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66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CDDAEE"/>
                </a:solidFill>
                <a:latin typeface="Aptos"/>
              </a:defRPr>
            </a:pPr>
            <a:r>
              <a:t>Now, let's step into the dashboard and explore the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357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Shantanu Dhara</cp:lastModifiedBy>
  <cp:revision>2</cp:revision>
  <dcterms:created xsi:type="dcterms:W3CDTF">2013-01-27T09:14:16Z</dcterms:created>
  <dcterms:modified xsi:type="dcterms:W3CDTF">2026-09-29T02:59:36Z</dcterms:modified>
  <cp:category/>
</cp:coreProperties>
</file>